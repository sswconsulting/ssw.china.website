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188720"/>
            <a:ext cx="3657600" cy="36576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4297680"/>
            <a:ext cx="2194560" cy="2194560"/>
          </a:xfrm>
          <a:prstGeom prst="ellipse">
            <a:avLst/>
          </a:prstGeom>
          <a:solidFill>
            <a:srgbClr val="8E2C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BFB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SSW　企业 AI 服务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286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真正</a:t>
            </a:r>
            <a:endParaRPr lang="en-US" sz="6000" dirty="0"/>
          </a:p>
          <a:p>
            <a:pPr indent="0" marL="0">
              <a:lnSpc>
                <a:spcPts val="7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落地企业业务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46304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CC41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中台建设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7764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CC41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业务工作流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CC41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应用定制</a:t>
            </a:r>
            <a:endParaRPr lang="en-US" sz="15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SSW 企业 AI 服务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三类服务，三个切入点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651760"/>
            <a:ext cx="475488" cy="475488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中台建设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统一企业 AI 基础能力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617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模型接入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50017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企业知识库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5385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权限与治理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651760"/>
            <a:ext cx="475488" cy="475488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业务工作流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参与实际业务流程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617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流程梳理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50017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系统连接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5385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人机协作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228600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651760"/>
            <a:ext cx="475488" cy="475488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应用定制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开发企业专属 AI 应用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617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场景设计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50017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应用开发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5385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系统集成</a:t>
            </a:r>
            <a:endParaRPr lang="en-US" sz="16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AI 中台建设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统一企业 AI 基础能力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建设一次，多个团队和应用共用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06324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统一调用，模型可换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回答有据，可溯来源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26974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06324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权限与治理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权限继承，用量可控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适合：多个团队共享 AI 能力，减少重复建设</a:t>
            </a:r>
            <a:endParaRPr lang="en-US" sz="16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AI 业务工作流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完成工作中的一段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不只是回答问题，而是把活干完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06324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从流程出发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先看工作怎么发生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关键点有人把关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重要环节人工确认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26974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06324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结果回到系统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 CRM / ERP / 工单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适合：材料录入 · 内容起草 · 请求分派 · 跨系统流转</a:t>
            </a:r>
            <a:endParaRPr lang="en-US" sz="16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AI 应用定制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装进日常工作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围绕真实用户，接入现有系统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81818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文档处理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发票表单自动抽取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答案可回溯出处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181818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咨询分流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分类并起草回复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69680" y="269748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972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产品加 AI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搜索、推荐、助手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适合：已有明确业务需求，需要面向实际用户的专属工具</a:t>
            </a:r>
            <a:endParaRPr lang="en-US" sz="16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合作方式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先跑通一个场景，再稳步扩大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97180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初次沟通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370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5400000">
            <a:off x="3364992" y="3794760"/>
            <a:ext cx="182880" cy="201168"/>
          </a:xfrm>
          <a:prstGeom prst="triangle">
            <a:avLst/>
          </a:prstGeom>
          <a:solidFill>
            <a:srgbClr val="CC4141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651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297180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方案评审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4370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范围与报价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53912" y="3794760"/>
            <a:ext cx="182880" cy="201168"/>
          </a:xfrm>
          <a:prstGeom prst="triangle">
            <a:avLst/>
          </a:prstGeom>
          <a:solidFill>
            <a:srgbClr val="CC414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2651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97180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开发与交付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370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端到端或共建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942832" y="3794760"/>
            <a:ext cx="182880" cy="201168"/>
          </a:xfrm>
          <a:prstGeom prst="triangle">
            <a:avLst/>
          </a:prstGeom>
          <a:solidFill>
            <a:srgbClr val="CC414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2651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2971800"/>
            <a:ext cx="457200" cy="45720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64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38862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8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上线之后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4370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模型之外的事，同一个团队做完　—　工作坊 · 辅助开发 · 本地大模型 · 云上基础设施 · 安全与审计</a:t>
            </a:r>
            <a:endParaRPr lang="en-US" sz="16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023360" cy="4023360"/>
          </a:xfrm>
          <a:prstGeom prst="ellipse">
            <a:avLst/>
          </a:prstGeom>
          <a:solidFill>
            <a:srgbClr val="8E2C2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914400"/>
            <a:ext cx="2926080" cy="2926080"/>
          </a:xfrm>
          <a:prstGeom prst="ellipse">
            <a:avLst/>
          </a:prstGeom>
          <a:solidFill>
            <a:srgbClr val="CC41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304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从一个真实场景开始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SSW　·　ssw.cn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45720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CC41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添加企业微信</a:t>
            </a:r>
            <a:endParaRPr lang="en-US" sz="1600" dirty="0"/>
          </a:p>
        </p:txBody>
      </p:sp>
    </p:spTree>
  </p:cSld>
  <p:clrMapOvr>
    <a:masterClrMapping/>
  </p:clrMapOvr>
  <p:transition xmlns:p="http://schemas.openxmlformats.org/presentationml/2006/main" spd="slow" advTm="8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SSW 三大核心 AI 服务</dc:title>
  <dc:subject>PptxGenJS Presentation</dc:subject>
  <dc:creator>SSW</dc:creator>
  <cp:lastModifiedBy>SSW</cp:lastModifiedBy>
  <cp:revision>1</cp:revision>
  <dcterms:created xsi:type="dcterms:W3CDTF">2026-09-14T05:55:42Z</dcterms:created>
  <dcterms:modified xsi:type="dcterms:W3CDTF">2026-09-14T05:55:43Z</dcterms:modified>
</cp:coreProperties>
</file>